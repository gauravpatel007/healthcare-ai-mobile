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F172A"/>
                </a:solidFill>
                <a:latin typeface="Calibri"/>
              </a:defRPr>
            </a:pPr>
            <a:r>
              <a:t>LifeOS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563EB"/>
                </a:solidFill>
                <a:latin typeface="Calibri"/>
              </a:defRPr>
            </a:pPr>
            <a:r>
              <a:t>AI-Powered Healthcare Operating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182880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748B"/>
                </a:solidFill>
                <a:latin typeface="Calibri"/>
              </a:defRPr>
            </a:pPr>
            <a:r>
              <a:t>A production-ready full-stack application with 80+ REST API endpoints,</a:t>
            </a:r>
            <a:br/>
            <a:r>
              <a:t>16 healthcare modules, and deep AI integration — built with FastAPI &amp; React.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34747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321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563EB"/>
                </a:solidFill>
                <a:latin typeface="Calibri"/>
              </a:defRPr>
            </a:pPr>
            <a:r>
              <a:t>⚡  FastAPI  ·  React  ·  PostgreSQL  ·  Groq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What is LifeOS?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LifeOS is a comprehensive AI-powered healthcare platform that serves as a personal health operating system. It combines medical record management, health tracking, AI-driven insights, and gamification to help users take control of their health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37744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  <a:latin typeface="Calibri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Across 16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3474720"/>
            <a:ext cx="237744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API Routers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RESTful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0176" y="3474720"/>
            <a:ext cx="237744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A34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Database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SQLAlchemy 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4504" y="3474720"/>
            <a:ext cx="237744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78824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C3AE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AI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Groq Llama 3.3 70B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Full-stack overview of the LifeOS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🖥️ 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React + Vite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Inter Typography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Blue/Cyan Gradient Design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Glassmorphism UI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Dark / Light Mode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3-Column Dashboard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29184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29184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Calibri"/>
              </a:defRPr>
            </a:pPr>
            <a:r>
              <a:t>⚙️ 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FastAPI 0.115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Async SQLAlchemy 2.0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17 API Routers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JWT Auth (PyJWT + bcrypt)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Pydantic v2 Validation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Alembic Migrations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28800"/>
            <a:ext cx="329184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55280" y="1828800"/>
            <a:ext cx="3291840" cy="635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Calibri"/>
              </a:defRPr>
            </a:pPr>
            <a:r>
              <a:t>🧠  AI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51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Groq SDK (Llama 3.3 70B)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AI Chat Assistant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Symptom Analyzer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Nutrition Planner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Fitness Coach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›  Mental Health 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309360"/>
            <a:ext cx="10515600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6318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6A34A"/>
                </a:solidFill>
                <a:latin typeface="Calibri"/>
              </a:defRPr>
            </a:pPr>
            <a:r>
              <a:t>🗄️  PostgreSQL 16  ·  Async Driver (asyncpg)  ·  Alembic Migrations  ·  Docker + docker-compose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Modern tools for a production-grade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Backend Framework:  FastAPI 0.115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High-performance async Python web framework with automatic OpenAPI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9019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Database:  PostgreSQL 16 + SQLAlchemy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Enterprise-grade relational DB with async ORM (asyncpg driver)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0906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Authentication:  JWT + bcrypt + TOTP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747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PyJWT tokens, bcrypt password hashing, pyotp for 2FA, Google OAuth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01752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26480" y="301752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0906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AI / LLM:  Groq SDK — Llama 3.3 70B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747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Cloud-hosted large language model for chat, symptoms, nutrition, fitness, mental 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2793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Frontend:  React + Vite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634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Modern SPA with component-based architecture and hot module replacement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20624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26480" y="420624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2793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DevOps:  Docker + docker-compose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634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Containerized deployment with PostgreSQL, FastAPI, and Flask Chatbot services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1520" y="539496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4681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Validation:  Pydantic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852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Type-safe request/response schemas with automatic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39496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26480" y="539496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54681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Migrations:  Alembic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852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Version-controlled database schema migrations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🔐 Authentication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Multi-layered identity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Email / Password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JWT-based session management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bcrypt password hashing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Access + Refresh token flow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Login history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634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Google OAuth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One-click Google Sign-In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Auto-register new users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Seamless 2FA integration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Verified email bypass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210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Face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128-float face descriptor matching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Euclidean distance comparison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Client-side face-api.js embedding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Biometric login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58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Two-Factor Auth (2FA)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TOTP via authenticator apps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Secure setup with QR URI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Temporary token flow (5 min)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pyotp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6634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Email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6-digit verification codes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15-minute token expiration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Async email sending (smtplib)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Anti-enumeration protection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210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Role-Based Access (RBAC)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Patient / Doctor / Admin roles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Role stored on User model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Extensible permission system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Enum-based role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🩺 Core Healthcare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Comprehensive patient health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Health score calculation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Unified summary view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Quick-access widgets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634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Medical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Full CRUD operations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File uploads (PDF/images)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AI-powered PDF parsing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AI record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210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Medicines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Medication tracking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Drug interaction checker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Refill reminders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58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Scheduling &amp; management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AI-powered suggestions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Status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6634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Emergency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Emergency contacts &amp; SOS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Medical QR code data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Organ donor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210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Family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Family member profiles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Vaccination records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Medical history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📊 Health Tracking &amp;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Data-driven health insights and gamification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Health Trackers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Water intake (daily glasses)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Sleep quality &amp; duration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Vitals: heart rate, BP, blood sugar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Steps &amp; calories tracking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BMI / BMR calculators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Voice-command data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634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Analytics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Health timeline visualization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Interactive charts &amp; graphs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Risk assessment scoring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Predictive health analytics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Trend analysis over time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Data export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210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Daily health challenges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Progress tracking bars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Streak tracking system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Achievement badges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Task completion rewards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Engagement-driven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352" y="5303520"/>
            <a:ext cx="105156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24059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rPr dirty="0"/>
              <a:t>⌚ Wearable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607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Fitbit OAuth integration  ·  Auto-sync steps, heart rate &amp; calories  ·  Token refresh handling  ·  Connected device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🤖 AI Integration — Groq Llama 3.3 70B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Five specialized AI modules powered by large language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💬 AI Chat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37512"/>
            <a:ext cx="14173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Context-aware health conversations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User profile injection (age, conditions, allergies)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Chat history persistence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Daily health tips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5468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🔍 Symptom Analyzer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32888"/>
            <a:ext cx="1417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Multi-symptom analysis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Duration &amp; severity weighting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Condition probability scoring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Specialist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Hardcoded fallback dictionary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0352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🥗 AI Nutritionist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7621" y="2692400"/>
            <a:ext cx="1417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Personalized meal planning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Macro tracking &amp; stats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Nutritional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Diet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Calorie-aware suggestions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5236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💪 AI Fitness Coach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651760"/>
            <a:ext cx="1417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</a:t>
            </a:r>
            <a:r>
              <a:rPr lang="en-US" dirty="0"/>
              <a:t>w</a:t>
            </a:r>
            <a:r>
              <a:rPr dirty="0"/>
              <a:t>orkout generation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Weekly fitness planning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Step tracking integration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Fitness statistics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Voice intent logging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0120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🧘 AI Mental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9402" y="2615184"/>
            <a:ext cx="1417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Mood tracking &amp; logging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AI-assisted journaling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Stress level analysis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Psychological screening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Mental wellness tips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9496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316" y="54681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rPr dirty="0"/>
              <a:t>📄 AI PDF Parsing — Medical Report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679" y="57962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PyMuPDF</a:t>
            </a:r>
            <a:r>
              <a:rPr dirty="0"/>
              <a:t> text extraction  →  </a:t>
            </a:r>
            <a:r>
              <a:rPr dirty="0" err="1"/>
              <a:t>Groq</a:t>
            </a:r>
            <a:r>
              <a:rPr dirty="0"/>
              <a:t> AI metric extraction  →  Auto health-entry creation  →  AI-powered record comparison between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📡 API Modules — 80+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RESTful API architecture with Swagger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15600" cy="4114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55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556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register, login, refresh, logout, 2FA, OAuth, 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9428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94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94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94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profile, settings, data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9400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794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794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94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summary, health-score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9372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093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Medical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093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093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CRUD + file upload + AI summary + compare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9344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39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Medicines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39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/api/v1/medicines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39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CRUD + interactions + refill reminders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9316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69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69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/api/v1/appointments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69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CRUD + AI prep notes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9288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399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Emergency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992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/api/v1/emergency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992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contacts, SOS, QR data, organ donor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9260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292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Family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292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/api/v1/family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292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members + vaccination records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59232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4592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Trackers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592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/api/v1/trackers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592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water, sleep, health metrics, BMI, voice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89204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Expenses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892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/api/v1/expenses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CRUD + category summaries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19176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19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519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/api/v1/challenges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19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progress, complete, streak, badges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49148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" y="549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5491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/api/v1/analytics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49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timeline, graphs, risk, predictions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79120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" y="5791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AI Chat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5791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/api/v1/ai/chat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5791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chat, history, daily tips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609092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" y="6090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AI Symptoms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0" y="6090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/api/v1/ai/symptoms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6090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multi-symptom analysis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639064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4400" y="639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AI Nutrition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0" y="639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/api/v1/ai/nutrition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639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meal plan, macro stats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🗄️ Database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11 SQLAlchemy ORM models with PostgreSQL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36576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642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43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43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Core user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0243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id, email, hashed_password, role, is_active, is_verified, 2FA, face_descriptor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95728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084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user_profiles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084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Extended profile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4084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name, age, blood_type, conditions, allergies, fitbit_tokens, avatar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79776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7924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medical_records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7924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Patient medical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79247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title, category, doctor, hospital, date, findings, file_path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63824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1765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health_entries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1765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Tracked health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1765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category (BP, HR, sugar, weight, steps, calories), value, recorded_at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47872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5605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water_intake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5605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Daily hydration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5605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user_id, date, glasses — unique constraint per (user, date)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31920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9446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sleep_entries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9446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Sleep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9446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date, hours, quality, bedtime, wake_time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315968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3286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chat_messages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3286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AI conversation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3286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user_id, role (user/assistant), content, module, created_at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700016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71271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medical_expenses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1271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Cost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71271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description, category (medicine, doctor, tests, insurance), amount, date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084064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0967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family_members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50967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Family profiles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0967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name, relation, age, blood_type, conditions, medications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468112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54808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4808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Doctor appointments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54808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doctor, specialty, hospital, date, time, status, ai_prep_notes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852160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8648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login_history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8648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Login audit trail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58648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user_id, ip_address, user_agent, created_at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🎨 Design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Modern UI 2.1 aesthetic — Glassmorphism +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Color Palette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#2563EB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#06B6D4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#22C55E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#F59E0B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Danger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#EF4444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D0D8E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Light BG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#F0F4FF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24688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05840" y="406908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Typography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72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Primary: Inter font family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Headings: Bold 700–800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Body: Regular 400–500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Base: 16px (1rem)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288" y="3931920"/>
            <a:ext cx="24688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721608" y="406908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21608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Glassmorphism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572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blur(16px) backdrop filter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Semi-transparent panels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Soft layered shadows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rgba overlays for depth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3931920"/>
            <a:ext cx="24688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37376" y="406908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37376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Layout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4572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3-column CSS Grid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Sidebar: 260px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Main content: 1fr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Right panel: 320px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Max width: 1440px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78824" y="3931920"/>
            <a:ext cx="24688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153144" y="406908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53144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Theming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3144" y="4572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CSS custom properties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Light &amp; Dark modes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Isolated theme contexts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data-theme attribute toggle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🐳 Deployment &amp;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Containerized deployment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Docker Compose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029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63500" cy="8686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lifeos_db  —  PostgreSQL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Primary database  ·  Port 5432  ·  Persistent volumes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5029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63500" cy="8686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502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lifeos_app  —  FastAPI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67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Main backend  ·  Port 8000  ·  Auto Alembic migrations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5029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63500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553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lifeos_chatbot  —  Flask RAG Chatbot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19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Pinecone vector DB  ·  Separate AI chat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Environment Variables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3774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3901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DATABASE_URL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3901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PostgreSQL connection string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8346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8473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SECRET_KEY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473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JWT signing key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2918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3045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GROQ_API_KEY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3045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 model API 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490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7617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GOOGLE_CLIENT_ID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7617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OAuth client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062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2189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FITBIT_CLIENT_ID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2189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Wearable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634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6761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CORS_ORIGINS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6761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Allowed frontend origins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1206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51333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DEBUG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1333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Development mode flag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5778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55905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MAX_FILE_SIZE_MB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5905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Upload size limit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🚀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Planned enhancements and next-phase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Phase 1 — Security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831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Server-side token revocation / blacklist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Robust RBAC middleware with @requires_role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Backup recovery codes for 2FA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Anti-spoofing / liveness for face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828800"/>
            <a:ext cx="24688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21608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Phase 2 — Real-Time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65176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WebSocket-based live notifications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Push notifications (FCM / APNS)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In-app notification system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Real-time health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24688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37376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Phase 3 — Platform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65176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FHIR / HL7 health data standards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Cloud storage (S3 / </a:t>
            </a:r>
            <a:r>
              <a:rPr dirty="0" err="1"/>
              <a:t>Cloudinary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Payment integration for billing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Calendar sync (Google Calendar)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1828800"/>
            <a:ext cx="24688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53144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3144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Phase 4 — AI Evolution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2623" y="265176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Full RAG pipeline in main app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Multi-turn conversation context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OCR for image-based PDFs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•  Predictive health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F172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834640"/>
            <a:ext cx="210312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1089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63EB"/>
                </a:solidFill>
                <a:latin typeface="Calibri"/>
              </a:defRPr>
            </a:pPr>
            <a:r>
              <a:t>LifeOS — AI-Powered Healthcare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Built with FastAPI  ·  React  ·  PostgreSQL  ·  Groq Llama 3.3  · 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754880"/>
            <a:ext cx="39319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4846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📚  Quick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212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Swagger:  localhost:8000/docs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486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Frontend:  localhost:5173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760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ReDoc:  localhost:8000/redoc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1753</Words>
  <Application>Microsoft Office PowerPoint</Application>
  <PresentationFormat>Widescreen</PresentationFormat>
  <Paragraphs>371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Gaurav Patel</cp:lastModifiedBy>
  <cp:revision>2</cp:revision>
  <dcterms:created xsi:type="dcterms:W3CDTF">2013-01-27T09:14:16Z</dcterms:created>
  <dcterms:modified xsi:type="dcterms:W3CDTF">2026-08-13T12:22:00Z</dcterms:modified>
  <cp:category/>
</cp:coreProperties>
</file>